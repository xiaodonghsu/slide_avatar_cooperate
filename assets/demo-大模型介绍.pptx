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815D6-3515-652D-C978-644DBDF03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291263-464F-9E4B-5D89-3D41E204E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F9D60-34CB-5ABA-5A73-E4F8E615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C80104-159C-F615-57C5-14F915CA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6185D5-C1BB-253E-052A-AC1C69A3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8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5B568-0E60-9703-A004-114BB86E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5845FB-B33C-3AE7-B0AE-DD3F6D14E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96F43D-0EC8-96E9-1BAB-47630636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F94AF-D114-096F-B3EC-DC5C18D77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2EF28F-53BB-B19A-A752-DFA0199E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0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68261-3F33-9E55-E950-876CAB99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4EBD20-03FE-29BC-5669-BEEFED4F7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5ABFF2-37BD-1B8A-1FA6-CFC1C9D4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F7AE7-3D6F-9618-8CF4-66B40A4B4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971DC-511D-800D-8C05-7ADBF557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C9390-07B0-F207-D8B0-82B547EA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00B17-381D-F8A0-1F3A-9622E8B39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2DB345-9D14-1E03-12F9-A79E1D7A0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E467B3-FC86-C834-36E3-13D64F24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7AC7FE-0939-71AE-78EC-B6FE8900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C0EEF-9B6C-DF6A-0DDE-3CE018CE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38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D2CE7-DB54-5EC4-40A6-60C51612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2782E8-66E0-4CD5-8CC1-A90C21269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64CB02-FBBE-16B8-46F7-676BA4502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307051-8DFB-85BF-F5B5-6422C46EB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93033F-7D31-4F75-C074-3E04C2F08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165854-C8AD-90FF-2E44-0911722F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51A280-630E-2A74-E74F-38BDAAF80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4E3FD0-CB90-0E00-DEF7-C94B136B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12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71FE2-591F-1052-705E-62748B6A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EE47F7-3627-87DC-7D45-72AB13BF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D5BF0A-2615-2849-BD96-9553B2FE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87F838-06BF-B601-8F03-3E25E42E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830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FC868C-FCFA-D050-B44D-CDCAB26DC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1357A1-72E7-9503-3A49-BAE3D77D0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8F5091-634B-4C97-E808-DD4B8F8F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BAE1D-96DC-FB23-6B47-D190ADE8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DE5AF-CF6D-EF69-9AD7-C2D09E4C5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AA9FFB-C6FA-C022-DC4E-94534E877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B891B3-657E-54CB-3B33-9FDE331E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1E4E97-8D4D-48E2-CD88-D0505E56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B1353-E1C9-C851-C5EF-9A13EA2B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77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13308-44C7-766D-DCC5-1AC58F2F7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321770-62B7-7CE3-E914-9B6B6BFDC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823215-AA96-D141-B813-FE50D1373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C01E11-E789-EA6A-C8E7-E0D6FA8D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ED7CC2-9782-E7CB-2FF7-21E6E4F4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017D6F-4791-F21D-0D29-B769753A4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7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B23FE-F39F-D194-D607-83AAC9EA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CBE237-D236-DDAF-568C-500FF9638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00A725-3691-0FBB-8C24-CBBA2BC5B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F1449-1440-70D6-175B-40E5D2CF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907EA6-B92A-78D9-F88B-14471106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221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DE90B3-DDC3-0D4C-3AA3-4F1632E236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9278D7-3C49-0AF4-37B6-7C0BF30EE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14AD9D-F829-F74E-DA7B-355023E3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CB4388-4D82-280F-D8D8-A4C7AED9A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C0F59-2707-3DC3-01AA-AC3C41F6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5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277D41-1B80-E6A3-CE35-16C016F0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98E7BC-A2C3-11F6-0C52-CE2D36C46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8A577-06A7-8E95-31AB-8097E1C6E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D4EE7-A31A-4FD1-AADA-4FD418E1EDAD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FF7098-9EF8-61E0-C432-25C3D7972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9DF66-589D-59F1-96EF-134CA552D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7C582-F6D4-4333-A2FC-A8C054C75B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30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5790D-5E21-2A66-B53C-04059424B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8C1F9A-BBAC-789E-F20C-1C19FE7EE4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Second Title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105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08EEC-8355-298D-B80B-1807A13EBE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1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05483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5B20-F0FA-6606-4536-9DF423C0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32B1E-B1DD-AE1E-BDA1-2C4224104A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2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404814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3EF2E-C3B2-98B2-395E-0565DD9C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737DB-8465-455C-AD59-8D0B46A650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3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77597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8E4A-5830-18D7-F38B-7607B33F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AC979-F91E-81B6-5B04-F07916786C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4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1536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E6FD-650F-7423-D3AE-3E6F293A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D5658-F4F5-170E-2CA4-4E1580CC6D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5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64453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091E-4FF0-B27A-33AA-2D66FA8E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AC637-450D-94CE-55F0-172B35EBF6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6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7770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D0504-7AA5-9232-F26D-3CA640C8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0A479-621B-956E-88D1-F5DDD077CE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7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92110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E44AE-0BEB-F3A1-0D62-0D632799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A933A-0598-8AEC-38DE-72561C0279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8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04969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9699-97B4-8A4A-7FE6-1F7BA44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8F282-C948-F45E-1629-B473A8FDE2C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9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48046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DBB0-E20A-80E5-3700-552D264F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4D351-AC95-C4BB-0A76-0A054093B6D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10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42937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D1A6-B23A-AE2C-E2EA-E3C82E7A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8BDFC-C8D8-B8F8-7928-D969BBA521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11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95856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4AC2-09F8-A87D-36C6-C9EBE363C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393E7-5E10-0E45-ABBA-683BE2D1E41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12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58168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F8A2-4E5E-1765-DB62-6816C1D5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C07F5-15BD-9E49-3E83-9D367A5DD7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13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80032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C723B-A45E-18C1-E0B9-C95B3C68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E34B6-2A39-00B7-98D3-37CC8F8016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14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226738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AB7A-229B-4567-9FAE-8A6A8506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60670-C068-9E5F-D70C-DA2E3E6D8B3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Page 15 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6023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BB94-F31D-07A4-8C0A-8C60C39D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907EF-B25D-FD9D-C00E-F07554C9BE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313766" y="2993496"/>
            <a:ext cx="3564467" cy="1756304"/>
          </a:xfrm>
        </p:spPr>
        <p:txBody>
          <a:bodyPr>
            <a:noAutofit/>
          </a:bodyPr>
          <a:lstStyle/>
          <a:p>
            <a:pPr algn="ctr"/>
            <a:r>
              <a:rPr lang="en-US" altLang="zh-CN" sz="7200" dirty="0"/>
              <a:t>THE END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48214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</Words>
  <Application>Microsoft Office PowerPoint</Application>
  <PresentationFormat>宽屏</PresentationFormat>
  <Paragraphs>18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Title</vt:lpstr>
      <vt:lpstr>Page 1</vt:lpstr>
      <vt:lpstr>Page 2</vt:lpstr>
      <vt:lpstr>Page 3 </vt:lpstr>
      <vt:lpstr>Page 4 </vt:lpstr>
      <vt:lpstr>Page 5 </vt:lpstr>
      <vt:lpstr>Page 6</vt:lpstr>
      <vt:lpstr>Page 7</vt:lpstr>
      <vt:lpstr>Page 8 </vt:lpstr>
      <vt:lpstr>Page 9 </vt:lpstr>
      <vt:lpstr>Page 10 </vt:lpstr>
      <vt:lpstr>Page 11 </vt:lpstr>
      <vt:lpstr>Page 12 </vt:lpstr>
      <vt:lpstr>Page 13 </vt:lpstr>
      <vt:lpstr>Page 14 </vt:lpstr>
      <vt:lpstr>Page 15 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晓冬 胥</dc:creator>
  <cp:lastModifiedBy>晓冬 胥</cp:lastModifiedBy>
  <cp:revision>6</cp:revision>
  <dcterms:created xsi:type="dcterms:W3CDTF">2025-12-04T08:50:06Z</dcterms:created>
  <dcterms:modified xsi:type="dcterms:W3CDTF">2025-12-04T08:55:04Z</dcterms:modified>
</cp:coreProperties>
</file>